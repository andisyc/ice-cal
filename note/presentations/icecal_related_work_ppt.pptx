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38DC-A972-60C5-F62C-F9738027C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A5E53-DD98-09D3-640A-72585C2CB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AF8C1-BE5B-C533-58F0-06069B90C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0B05A-BC81-544F-382C-BB61B09D5B4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316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8BECCD27-AF4F-6FB1-5DD0-C0CB9D6C8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20768"/>
            <a:ext cx="7772400" cy="401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8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F255-2AB7-0F8C-9AC5-A4C70005E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AB72BE2-6475-2389-1A80-54D747DF9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871230"/>
            <a:ext cx="7772400" cy="511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312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DocSecurity>0</DocSecurity>
  <PresentationFormat>宽屏</PresentationFormat>
  <Paragraphs>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Yuxuan Cheng</cp:lastModifiedBy>
  <cp:revision>2</cp:revision>
  <dcterms:created xsi:type="dcterms:W3CDTF">2026-08-16T09:06:16Z</dcterms:created>
  <dcterms:modified xsi:type="dcterms:W3CDTF">2026-08-21T06:35:00Z</dcterms:modified>
</cp:coreProperties>
</file>