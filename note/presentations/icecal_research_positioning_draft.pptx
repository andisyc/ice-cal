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c3382a63b440f" /><Relationship Type="http://schemas.openxmlformats.org/officeDocument/2006/relationships/extended-properties" Target="/docProps/app.xml" Id="R1ed23f6006ab4279" /><Relationship Type="http://schemas.openxmlformats.org/officeDocument/2006/relationships/officeDocument" Target="/ppt/presentation.xml" Id="R250f81632d834f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9afca480aa4a12"/>
  </p:sldMasterIdLst>
  <p:notesMasterIdLst>
    <p:notesMasterId xmlns:r="http://schemas.openxmlformats.org/officeDocument/2006/relationships" r:id="R68485212642a4b9e"/>
  </p:notesMasterIdLst>
  <p:sldIdLst>
    <p:sldId xmlns:r="http://schemas.openxmlformats.org/officeDocument/2006/relationships" id="256" r:id="Rb646ccbf9f584108"/>
    <p:sldId xmlns:r="http://schemas.openxmlformats.org/officeDocument/2006/relationships" id="257" r:id="R8c456aa886fa4732"/>
    <p:sldId xmlns:r="http://schemas.openxmlformats.org/officeDocument/2006/relationships" id="258" r:id="Rc0cb236149d94f35"/>
    <p:sldId xmlns:r="http://schemas.openxmlformats.org/officeDocument/2006/relationships" id="259" r:id="R8bbc4ad966934950"/>
    <p:sldId xmlns:r="http://schemas.openxmlformats.org/officeDocument/2006/relationships" id="260" r:id="R799749a15c0b4d52"/>
    <p:sldId xmlns:r="http://schemas.openxmlformats.org/officeDocument/2006/relationships" id="261" r:id="R33bd77b0fb7d4a47"/>
    <p:sldId xmlns:r="http://schemas.openxmlformats.org/officeDocument/2006/relationships" id="262" r:id="R690569fc2e0e45df"/>
    <p:sldId xmlns:r="http://schemas.openxmlformats.org/officeDocument/2006/relationships" id="263" r:id="Ra0d859ab52904c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692499fd3849f4" /><Relationship Type="http://schemas.openxmlformats.org/officeDocument/2006/relationships/slideMaster" Target="/ppt/slideMasters/slideMaster1.xml" Id="R1e9afca480aa4a12" /><Relationship Type="http://schemas.openxmlformats.org/officeDocument/2006/relationships/notesMaster" Target="/ppt/notesMasters/notesMaster1.xml" Id="R68485212642a4b9e" /><Relationship Type="http://schemas.openxmlformats.org/officeDocument/2006/relationships/presProps" Target="/ppt/presProps.xml" Id="R0f664f60a7b8497c" /><Relationship Type="http://schemas.openxmlformats.org/officeDocument/2006/relationships/tableStyles" Target="/ppt/tableStyles.xml" Id="R98f83df9053d462a" /><Relationship Type="http://schemas.openxmlformats.org/officeDocument/2006/relationships/slide" Target="/ppt/slides/slide1.xml" Id="Rb646ccbf9f584108" /><Relationship Type="http://schemas.openxmlformats.org/officeDocument/2006/relationships/slide" Target="/ppt/slides/slide2.xml" Id="R8c456aa886fa4732" /><Relationship Type="http://schemas.openxmlformats.org/officeDocument/2006/relationships/slide" Target="/ppt/slides/slide3.xml" Id="Rc0cb236149d94f35" /><Relationship Type="http://schemas.openxmlformats.org/officeDocument/2006/relationships/slide" Target="/ppt/slides/slide4.xml" Id="R8bbc4ad966934950" /><Relationship Type="http://schemas.openxmlformats.org/officeDocument/2006/relationships/slide" Target="/ppt/slides/slide5.xml" Id="R799749a15c0b4d52" /><Relationship Type="http://schemas.openxmlformats.org/officeDocument/2006/relationships/slide" Target="/ppt/slides/slide6.xml" Id="R33bd77b0fb7d4a47" /><Relationship Type="http://schemas.openxmlformats.org/officeDocument/2006/relationships/slide" Target="/ppt/slides/slide7.xml" Id="R690569fc2e0e45df" /><Relationship Type="http://schemas.openxmlformats.org/officeDocument/2006/relationships/slide" Target="/ppt/slides/slide8.xml" Id="Ra0d859ab52904c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ca41624c4b49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365555cb2f4742" /><Relationship Type="http://schemas.openxmlformats.org/officeDocument/2006/relationships/notesMaster" Target="/ppt/notesMasters/notesMaster1.xml" Id="Re07ca95e3186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79805357b84435" /><Relationship Type="http://schemas.openxmlformats.org/officeDocument/2006/relationships/notesMaster" Target="/ppt/notesMasters/notesMaster1.xml" Id="Raf5cf51ea4c340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4c557da7804567" /><Relationship Type="http://schemas.openxmlformats.org/officeDocument/2006/relationships/notesMaster" Target="/ppt/notesMasters/notesMaster1.xml" Id="R2df1ce5fbcfa47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55876c9fd84b8f" /><Relationship Type="http://schemas.openxmlformats.org/officeDocument/2006/relationships/notesMaster" Target="/ppt/notesMasters/notesMaster1.xml" Id="Rc7b8fd757bd346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ed715eb1e14347" /><Relationship Type="http://schemas.openxmlformats.org/officeDocument/2006/relationships/notesMaster" Target="/ppt/notesMasters/notesMaster1.xml" Id="R105f9125839c43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1f9a07d36f4fd3" /><Relationship Type="http://schemas.openxmlformats.org/officeDocument/2006/relationships/notesMaster" Target="/ppt/notesMasters/notesMaster1.xml" Id="Rbd141e4f24a541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960b6b3d3045bc" /><Relationship Type="http://schemas.openxmlformats.org/officeDocument/2006/relationships/notesMaster" Target="/ppt/notesMasters/notesMaster1.xml" Id="R020756aa668448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f6ae5c58b34835" /><Relationship Type="http://schemas.openxmlformats.org/officeDocument/2006/relationships/notesMaster" Target="/ppt/notesMasters/notesMaster1.xml" Id="R1bc4f493cbca4d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开场只说一句：ICE-Cal 不重新学习机器人要做什么，只校准它怎样把既定意图做出来。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Planner 负责产生任务 Intent；Tracker 承担 Intent 到 Action 的逆向映射；Robot 是 Action 到 Motion 的正向动力学。缺陷改变正向动力学，因此在保持 Intent 的前提下校准 Tracker。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https://arxiv.org/html/2606.28476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先展示文献覆盖面，再讲 ICE-Cal。横轴不是简单的计算量，而是目标域信息进入策略的方式；纵轴是主要校准位置。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https://arxiv.org/abs/2510.01708</a:t>
            </a:r>
          </a:p>
          <a:p xmlns:a="http://schemas.openxmlformats.org/drawingml/2006/main">
            <a:r>
              <a:t>- https://arxiv.org/abs/2606.30362</a:t>
            </a:r>
          </a:p>
          <a:p xmlns:a="http://schemas.openxmlformats.org/drawingml/2006/main">
            <a:r>
              <a:t>- https://arxiv.org/abs/2506.12769</a:t>
            </a:r>
          </a:p>
          <a:p xmlns:a="http://schemas.openxmlformats.org/drawingml/2006/main">
            <a:r>
              <a:t>- https://arxiv.org/abs/2603.13707</a:t>
            </a:r>
          </a:p>
          <a:p xmlns:a="http://schemas.openxmlformats.org/drawingml/2006/main">
            <a:r>
              <a:t>- https://arxiv.org/abs/2107.04034</a:t>
            </a:r>
          </a:p>
          <a:p xmlns:a="http://schemas.openxmlformats.org/drawingml/2006/main">
            <a:r>
              <a:t>- https://arxiv.org/abs/2606.03297</a:t>
            </a:r>
          </a:p>
          <a:p xmlns:a="http://schemas.openxmlformats.org/drawingml/2006/main">
            <a:r>
              <a:t>- https://arxiv.org/abs/2606.25123</a:t>
            </a:r>
          </a:p>
          <a:p xmlns:a="http://schemas.openxmlformats.org/drawingml/2006/main">
            <a:r>
              <a:t>- https://arxiv.org/abs/2602.16705</a:t>
            </a:r>
          </a:p>
          <a:p xmlns:a="http://schemas.openxmlformats.org/drawingml/2006/main">
            <a:r>
              <a:t>- https://arxiv.org/abs/2604.17335</a:t>
            </a:r>
          </a:p>
          <a:p xmlns:a="http://schemas.openxmlformats.org/drawingml/2006/main">
            <a:r>
              <a:t>- https://arxiv.org/abs/2603.15084</a:t>
            </a:r>
          </a:p>
          <a:p xmlns:a="http://schemas.openxmlformats.org/drawingml/2006/main">
            <a:r>
              <a:t>- https://arxiv.org/abs/2606.29209</a:t>
            </a:r>
          </a:p>
          <a:p xmlns:a="http://schemas.openxmlformats.org/drawingml/2006/main">
            <a:r>
              <a:t>- https://arxiv.org/abs/2606.28476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这页口头只讲两个问题：第一，目标域信息怎样进入方法；第二，它最终改动策略的哪个位置。不要逐篇介绍。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/Users/chengyuxuan/ArtiIntComVis/awesome-humanoid-execution-alignment/papers.csv</a:t>
            </a:r>
          </a:p>
          <a:p xmlns:a="http://schemas.openxmlformats.org/drawingml/2006/main">
            <a:r>
              <a:t>- /Users/chengyuxuan/ArtiIntComVis/awesome-humanoid-execution-alignment/research_chunks/05_failed_rollout_in_context_alignment_claim_matrix.md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/Users/chengyuxuan/ArtiIntComVis/ICE-Cal/note/fada/contracts/active/method/FADA-CONTEXT-METHOD-v006.md</a:t>
            </a:r>
          </a:p>
          <a:p xmlns:a="http://schemas.openxmlformats.org/drawingml/2006/main">
            <a:r>
              <a:t>- /Users/chengyuxuan/ArtiIntComVis/ICE-Cal/note/architecture/concept/09_in_context_execution_calibration_design_inspector.data.json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本页术语是基于现有方法差异提出的候选概念，不宣称已被实验验证。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https://arxiv.org/html/2606.28476</a:t>
            </a:r>
          </a:p>
          <a:p xmlns:a="http://schemas.openxmlformats.org/drawingml/2006/main">
            <a:r>
              <a:t>- https://ashish-kmr.github.io/rma-legged-robots/</a:t>
            </a:r>
          </a:p>
          <a:p xmlns:a="http://schemas.openxmlformats.org/drawingml/2006/main">
            <a:r>
              <a:t>- https://arxiv.org/html/2606.03297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https://arxiv.org/html/2606.28476</a:t>
            </a:r>
          </a:p>
          <a:p xmlns:a="http://schemas.openxmlformats.org/drawingml/2006/main">
            <a:r>
              <a:t>- https://ashish-kmr.github.io/rma-legged-robots/</a:t>
            </a:r>
          </a:p>
          <a:p xmlns:a="http://schemas.openxmlformats.org/drawingml/2006/main">
            <a:r>
              <a:t>- https://arxiv.org/html/2606.03297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结尾不要说 ICE-Cal 已经优于现有工作，只说我们已经找到可证伪、可比较的贡献对象。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2046b553a47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0a06f6a53d4502" /><Relationship Type="http://schemas.openxmlformats.org/officeDocument/2006/relationships/slideLayout" Target="/ppt/slideLayouts/slideLayout1.xml" Id="Rb9a9dc81236247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9dc81236247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dbf58a2fd4ff6" /><Relationship Type="http://schemas.openxmlformats.org/officeDocument/2006/relationships/notesSlide" Target="/ppt/notesSlides/notesSlide1.xml" Id="R7f147d81af7f48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05e2dda4a4293" /><Relationship Type="http://schemas.openxmlformats.org/officeDocument/2006/relationships/notesSlide" Target="/ppt/notesSlides/notesSlide2.xml" Id="Rbc97e778c4624d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e6650772f499b" /><Relationship Type="http://schemas.openxmlformats.org/officeDocument/2006/relationships/notesSlide" Target="/ppt/notesSlides/notesSlide3.xml" Id="Rb6813887033b4d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76344c8194351" /><Relationship Type="http://schemas.openxmlformats.org/officeDocument/2006/relationships/notesSlide" Target="/ppt/notesSlides/notesSlide4.xml" Id="Rad16ced7b8204e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05035299745f4" /><Relationship Type="http://schemas.openxmlformats.org/officeDocument/2006/relationships/notesSlide" Target="/ppt/notesSlides/notesSlide5.xml" Id="Rbbed67545ded44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ea88f496f4127" /><Relationship Type="http://schemas.openxmlformats.org/officeDocument/2006/relationships/notesSlide" Target="/ppt/notesSlides/notesSlide6.xml" Id="Rd34b796c4fff4d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f4cf36ba43fa" /><Relationship Type="http://schemas.openxmlformats.org/officeDocument/2006/relationships/notesSlide" Target="/ppt/notesSlides/notesSlide7.xml" Id="Rb187cace0b6247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8c540b8984b53" /><Relationship Type="http://schemas.openxmlformats.org/officeDocument/2006/relationships/notesSlide" Target="/ppt/notesSlides/notesSlide8.xml" Id="R9e5972bd1dc347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B75B7-4C22-4AB0-9DA5-AFD88CAD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RESEARCH POSITIONING / DISCUSSION DRAFT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3CB3D-4029-47EB-BE90-04632F27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ICE-Cal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3F881-5CCF-4C7F-8260-2E2F932B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不重新训练，只校准执行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CBD86-3915-40AD-8F21-8C477C64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676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从一次真实执行，推断下一次执行所需的修正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6484E-B90A-4386-8F8C-15C8FA31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90600"/>
            <a:ext cx="2476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0D6FF-4725-4466-AF6E-1A2D350A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097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3416D-FE6C-4E24-8F5B-E9D96581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050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TARGET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ROLLOUT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9525000" y="33147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6903C-E98F-49A8-85F1-54F293EE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6235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2E423-16B1-4E84-A99D-1F42498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577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OPTIMIZER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147281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6F1FE9-D5FA-43A0-9221-91F77521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B2D1F-D184-467E-8D26-7D4435EF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真机失败，不一定是“想错了”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E387E-21D5-41C4-8310-FAD3FA6B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B8F9C-FEC0-4278-878E-514AE7AA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仿真到真机的动力学变化，可能保留任务意图，却改变动作产生的真实响应。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1695450" y="3143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3200400" y="3143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4705350" y="3143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6210300" y="3143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7715250" y="3143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66A54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9220200" y="3143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66A5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3EBA2-B13F-4B6C-BBD2-F83BCCC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逆向动力学：从目标运动推断所需动作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20EE2-C19E-482D-8190-FC3F930C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526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正向动力学：动作经机器人产生真实运动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CEC92-588B-4338-97DE-3842B54F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BFCF0-2C9C-4C6F-AAF7-7014587F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813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49BA8-6B7A-4368-BBF3-6FCD6B35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8130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EE7FA-F83F-4C56-A777-75080865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813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Planner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03ADC-54CA-4642-AE78-B099394A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5FED8-91B9-4454-AAA1-ED0BDF90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813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60888-5B09-441C-950B-C2EF814E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FD9B3-81ED-4FA6-9576-0F697632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813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Tracker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751EA-AF2A-4D1B-8F26-5BCF3F51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1B9E3-376B-4F3E-BB5D-B46F5AE5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813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90309-BA0C-4D69-9781-D99C3025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DD"/>
          </a:solidFill>
          <a:ln xmlns:a="http://schemas.openxmlformats.org/drawingml/2006/main" w="0">
            <a:solidFill>
              <a:srgbClr val="F8E2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B5466-ABE1-41A9-8B9B-76D031BD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813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Robot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DF188-8524-4EA2-A510-AB115F2B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DD"/>
          </a:solidFill>
          <a:ln xmlns:a="http://schemas.openxmlformats.org/drawingml/2006/main" w="0">
            <a:solidFill>
              <a:srgbClr val="F8E2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A4A7D-1190-4F89-9562-B004CBF1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813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Motion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39651-5776-459E-AFF7-858DC2A8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19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CALIBRATE HERE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34AF3-6622-49C6-8EF1-4DA19DA6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ROBOT DEFECT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B5B414-78DB-4EA1-86E3-135948B8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719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8E5280-5A80-417A-96DD-FFB802BD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24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理想：Intent ≈ Motion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8A6A0E-66BA-4BBC-8BBB-0ABBF08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DD"/>
          </a:solidFill>
          <a:ln xmlns:a="http://schemas.openxmlformats.org/drawingml/2006/main" w="0">
            <a:solidFill>
              <a:srgbClr val="F8E2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181458-46F7-466D-BAD2-01407BDA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24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缺陷：Intent ≠ Motion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EC8E20-83D2-490D-A56E-EE3C2F9C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B8567E-7FB7-40C0-925A-2E97440B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缺陷改变 Action → Robot → Motion；冻结 Planner，校准 Tracker。</a:t>
            </a:r>
          </a:p>
        </p:txBody>
      </p:sp>
    </p:spTree>
    <p:extLst>
      <p:ext uri="{BB962C8B-B14F-4D97-AF65-F5344CB8AC3E}">
        <p14:creationId xmlns:p14="http://schemas.microsoft.com/office/powerpoint/2010/main" val="800242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0388AE-E602-453F-BF39-2CB96A9D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9625D-A940-4F35-A210-CC20113B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现有工作如何适应部署偏差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8D5FA-C231-4C58-8796-57331AF9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ED11A-6627-4908-9896-EFD85C54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不同方法既改变适应方式，也选择不同的校准位置。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2133600" y="5581650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2133600" y="2667000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2133600" y="3905250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2133600" y="5048250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4781550" y="23241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7867650" y="23241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8371A-7DE6-4EB4-82A1-C17D61F0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92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Motion Prior / 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96C00-61C2-47FD-BD6B-1C58C37B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71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81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Tracker /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B2952-0961-4873-906E-1F42F65E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14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6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Execution 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95AE7-A441-4168-9F37-4D7231AC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53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源侧鲁棒化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6DD0A-BE5B-485F-9391-93D5E32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53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在线反馈 / 推理适应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F2915-B14E-4234-95B4-CC5587C3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53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目标域优化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9C370-C6E8-408F-A93B-64B569B7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97482-D503-4E5D-8579-48452C06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71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PolySim '25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C2F2F-AC62-440A-88C9-0E82B60E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0CD0C-0C3A-43D2-B51E-13718C10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33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ReactiveBFM '26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5471D-77E3-4202-8C59-A17DFAFE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4067B-1148-4C79-B302-FA38855D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RLPF '25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93F51-E46D-49F1-8A03-05909465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B4A15-4B09-4622-802A-BB0371D8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38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REFINE-DP '26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BF386-4DBD-454A-BA4E-E1A73C59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16452-97AD-477A-97F3-4A92191A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RMA '21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6DF8A-E1AE-48A4-914F-B8547CC4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0D89F2-EF99-4361-9C02-56BF3F0B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SplitAdapter '26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71D94-CE19-4CF2-ACF4-079FF649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56F87F-9F96-4697-A650-43C413B7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RGB '26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582D17-41E9-49D5-9A5F-8CDB3C4D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F88719-6625-451F-887B-F51587B6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HERO '26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65678A-4B1F-4021-B1F2-B8776F6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BB2606-47DD-46C2-A652-32E0CFDC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76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MG + Tracker '26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C4448A-FE3C-4582-B9A6-39997FCC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34243D-4D28-4E7E-AEA8-C259712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33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HALO '26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BA487B-6F10-4FF4-B970-7EFB579B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F9CBF0-A4B2-44B5-BC86-831447D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AnyBody '26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51DDAB-383C-418B-92C8-A5C80304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CA8D85-1E0F-48B5-A911-E90BB9AB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FADA '26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176F70-5FD0-47FD-9714-6E71540C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62500"/>
            <a:ext cx="1562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2A9B09-A374-43E5-8781-B5A7913E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57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ICE-Cal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1CC084-AAFB-4190-84AF-79DCB1C9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3A95AE-463E-4EB1-A0EA-FE0B4A23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训练时增强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B388D4-1C23-4B93-AD7D-28C30EC4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2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291915-32B3-4C50-9705-367049C0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62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部署时推理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D7571B-6AC8-4404-97B0-2B401714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22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048305-ACA4-451D-B8D7-E1ABD23D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62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目标域优化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60987E-C146-4751-940A-F1DDD69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5315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12 篇代表工作；坐标表示主要校准机制，不表示论文只有这一项贡献。</a:t>
            </a:r>
          </a:p>
        </p:txBody>
      </p:sp>
    </p:spTree>
    <p:extLst>
      <p:ext uri="{BB962C8B-B14F-4D97-AF65-F5344CB8AC3E}">
        <p14:creationId xmlns:p14="http://schemas.microsoft.com/office/powerpoint/2010/main" val="1407911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E9E6E5-5E12-4702-862A-7EB122CE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F05FF-FC09-4EB4-951D-ED43F80C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两条文献线，汇合成一个研究问题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472E3-EF82-47D7-9048-097B755E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83D5C-983D-4D11-97F7-44D687EC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先分别讲清“怎么校准”和“在哪里校准”，最后只保留一个交叉点。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2E613-6CCE-41D1-B65B-C8B70567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ADC50-99B6-4E5C-8E27-33F11AE9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  校准方式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9CBCC-5962-4A59-9A33-E7674CDA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240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A53B5-EAA4-4F71-A79F-BCC38D96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源侧一次训练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93A75-35B7-4A3A-AEAD-877CC308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DR / PolySim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01015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47C96-F72B-4E92-A338-A4ADC4F6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240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7C3CE-A870-4422-A289-9464B50F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部署时推理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FF6E6-8B93-49AB-922A-726BD271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RMA · SplitAdapter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ReactiveBFM · RGB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796290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1B79B-B2F3-4ED7-8426-2AD1DDF5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1F739-9908-41DB-AB6C-3ADCC3C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目标域再优化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2EE03-DFF9-44E2-81A5-D944FA35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FADA · RLPF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REFINE-DP · HALO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50F72-45CE-46DF-9A3A-5480632D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E9AD7-350F-4DB3-B279-552B40E5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 校准位置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F7F8A-3AD0-49D1-A773-1505EEFD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2D708-642C-47BC-98B2-F75CD57D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Planner / Motion Prior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DF8DD-D656-4327-83F2-B6108B8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19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ReactiveBFM · RLPF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REFINE-DP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5010150" y="4476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703BA-C153-48DF-B0FF-F2BAB553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909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4CAE3-432D-4794-BF3E-0EE13E86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624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Tracker /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6B779F-11F2-451A-B234-B921597A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9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RMA · SplitAdapter · RGB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MG+Tracker · HERO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7962900" y="4476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C3A9C-8558-497C-BA5E-C73DAB91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811F5-72B6-40E0-AE84-4C892DC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Execution Mapping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8BE97C-28B3-4A49-B52A-5FC5BEFE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FADA · AnyBody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F4C75F-83EB-4757-8DAB-91C31B45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007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673274-5293-432E-AE15-2799589E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32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ICE-Cal 的候选贡献 = 目标域轨迹证据 × 推理时适应 × 执行层受限校准</a:t>
            </a:r>
          </a:p>
        </p:txBody>
      </p:sp>
    </p:spTree>
    <p:extLst>
      <p:ext uri="{BB962C8B-B14F-4D97-AF65-F5344CB8AC3E}">
        <p14:creationId xmlns:p14="http://schemas.microsoft.com/office/powerpoint/2010/main" val="936292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FFD786-4226-4B07-AE15-33762B71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CF563-3348-4151-8DFD-2D6503A8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一次真实执行，校准下一次执行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FD810-170B-4CF2-A21D-068971F6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2686050" y="23050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419100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6191250" y="23050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2495550" y="4095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3810000" y="4095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0" name=""/>
          <p:cNvCxnSpPr/>
          <p:nvPr/>
        </p:nvCxnSpPr>
        <p:spPr>
          <a:xfrm xmlns:a="http://schemas.openxmlformats.org/drawingml/2006/main">
            <a:off x="4953000" y="40957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6572250" y="4095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7620000" y="4095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8305800" y="40957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10001250" y="4095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>
            <a:off x="3352800" y="5048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4953000" y="5048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7" name=""/>
          <p:cNvCxnSpPr/>
          <p:nvPr/>
        </p:nvCxnSpPr>
        <p:spPr>
          <a:xfrm xmlns:a="http://schemas.openxmlformats.org/drawingml/2006/main">
            <a:off x="6096000" y="5048250"/>
            <a:ext cx="1952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8" name=""/>
          <p:cNvCxnSpPr/>
          <p:nvPr/>
        </p:nvCxnSpPr>
        <p:spPr>
          <a:xfrm xmlns:a="http://schemas.openxmlformats.org/drawingml/2006/main">
            <a:off x="8048625" y="4095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C7B6B-92D5-43A0-B4CD-68A95035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第一次 Rollout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023C6-88D1-4648-ACFC-3EDEE281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3F2C0-D201-4415-BA17-55B5A75B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冻结策略 / 未校准执行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3784D-890F-4CF2-81BB-3AEA9ADC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41CB2-5EFA-445C-97FA-249F15DD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4312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020F0-08A9-440E-BEC5-72E874BE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11DA2-BF47-42D9-AF5B-24368303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240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2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013F2-EA23-45C2-A53C-8B326C64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743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A6F7C-7577-459B-966C-06084EF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4312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State + Executed Action + Planner Intent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1B9A8-03A3-4B96-9F17-F5CD783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第二次 Rollout / 每个控制周期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D5BB5-1C24-44D3-BCD2-330B31FC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56A1E-C0CB-4DFC-B8E7-4CAF9AA5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66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State History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+ Command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6F1676-7468-4558-88F2-67E066BC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62375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06E8A2-1F0F-41E5-A961-82B27E3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671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Frozen</a:t>
            </a:r>
          </a:p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Planner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56C68D-CC19-4FD8-9F4E-6E763E49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973418-A40C-433D-BE0F-B5B3ECC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433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Intent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F86335-ACB9-42B4-900B-7453D767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A65CA6-5B8A-4AB2-9F40-F23DE0EB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66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Tracker Encoder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+ current histories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76EB5F-4C75-42EB-B753-E5529391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21DC45-AD90-468A-981D-D0BC88FE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zₜ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3557F7-68DC-464A-91EC-24EA8EDA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38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4AB59E-5D26-4459-B513-DF89F6E7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862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44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4DC6B7-1D93-406E-B3A1-E72AE8D3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6237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111FFC-FA3A-48CA-91B5-58977EB1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6715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Frozen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Decoder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6E7441-4CF0-474C-A471-8BB50C3F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62375"/>
            <a:ext cx="933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EA7C0E-08A1-42D8-8177-1A5844E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1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Action[0]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2FA325-77FA-4D58-B6B0-2E82DC7A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E07BE9-C381-4788-BC8A-53D4C276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完整 Support + 当前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State / Action History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6529EC-4AB9-497E-870D-D9356E3F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23B62A-1919-4113-A11D-3BA47DAB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Context</a:t>
            </a:r>
          </a:p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Encoder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47C3CE-75E7-4D9B-A41A-A63B3375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14875"/>
            <a:ext cx="76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4F43AD-DBD1-4539-A5AC-75342BB9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958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Δzₜ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8BBF76-2376-4B3E-B149-7CC90ECD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81D74E-07CA-456E-BF24-C58721DF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Planner 决定 Intent；Context 只修正执行 latent；Decoder 仍是唯一 Action 生成器。</a:t>
            </a:r>
          </a:p>
        </p:txBody>
      </p:sp>
    </p:spTree>
    <p:extLst>
      <p:ext uri="{BB962C8B-B14F-4D97-AF65-F5344CB8AC3E}">
        <p14:creationId xmlns:p14="http://schemas.microsoft.com/office/powerpoint/2010/main" val="394196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6CD38-8BE2-4926-8222-4CA5390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8CA3B-615C-4F10-8B38-DB1DBC6C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科研概念：执行受限的摊销式适应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16A6A-808C-48D4-A157-DC32BA1D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087E5-CA36-4DFD-93D1-1D5FE3C6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Execution-Constrained Amortized Adaptation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1A6EA-5EF9-410E-9727-1C546C2A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52197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006B4-64F1-4EDF-80F5-A436335A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D4A11-C9DE-414F-A8A6-832B698F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摊销适应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11529-6371-472A-8C52-43CE7F26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把每个目标域都要执行的优化，</a:t>
            </a:r>
          </a:p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提前学成 Context 的一次前向推理。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1AB0C-FF55-4B63-8B85-6B3FA426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Target rollout  →  Δzₜ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4A739-338C-4D75-83F1-766B74D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5334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B1E79-E68C-42AE-86C0-79F59585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78169-19CF-4936-92F5-57238226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384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校准权限受限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420C2-DB37-44CC-B2AD-497D1207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Context 不接管 Planner，</a:t>
            </a:r>
          </a:p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只调整 Intent 到 Action 的实现方式。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4806B-9194-4A14-B7C9-8CFA883B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Intent authority stays frozen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A55F4-358E-4691-90AE-79A7DFDA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051A9-C14F-4DBC-8D02-C07DD9E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更低部署成本  +  更明确的行为权限</a:t>
            </a:r>
          </a:p>
        </p:txBody>
      </p:sp>
    </p:spTree>
    <p:extLst>
      <p:ext uri="{BB962C8B-B14F-4D97-AF65-F5344CB8AC3E}">
        <p14:creationId xmlns:p14="http://schemas.microsoft.com/office/powerpoint/2010/main" val="1920959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9FA01-D3B6-4B50-ADF1-F60A6B27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C79E2-A6EE-47A0-B168-D7A54136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贡献必须由三组对照共同证明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13631-CD88-4105-A1F6-CB734E66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58534-C169-4CAA-BA34-5351C508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相同目标域数据预算，相同源策略，只改变适应方式与校准位置。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449DC-A3AD-43D5-857C-56182C2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3238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CE757-B114-48DC-8348-8A9EAA1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FADA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19150" y="30289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F6D63-4B8D-43C8-9F83-F38D55F2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目标域微调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6608F-6473-4DB9-86BB-E1B3E086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执行模块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667EB-43C5-444C-B7F8-F8245C1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精度上界 / 优化成本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1C84C-6D04-4084-BF9D-F033E1C8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90750"/>
            <a:ext cx="3238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AD399-00C7-4477-A47D-8E678FFF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RMA / Split-style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476750" y="30289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51516-6844-4483-B21C-12A3929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无需更新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88528-7DE7-4B83-8859-1659FFE5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整体 Policy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11639-AC7B-4E50-A8B7-E2043DA0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291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行为漂移风险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32C67-E6DD-439E-A7AF-A709DEBD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238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65D3C-1E1C-41B2-B9FC-E0FDE1E2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ICE-Cal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8134350" y="30289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65D95-B530-4540-A309-289D6C7A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无需更新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AF25A-0017-4E26-B219-42054421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执行 latent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9DD7A-64F8-4D59-9278-259A091A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效率 + 权限约束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A82E8-90A4-4394-BF02-2E9AC71E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必须同时回答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7FD0D-436E-4C25-B3E3-5E8A8121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57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 精度是否接近 FADA？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77075-FD65-43BC-A459-09101182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57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 是否减少无关行为漂移？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184153-9EBD-45CA-A5B1-6CD5F7EB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578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1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  是否降低适应时间与状态成本？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485BA-AF39-4323-8518-8B06631A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若只证明“能运行”，而不能回答以上问题，ICE-Cal 的贡献不成立。</a:t>
            </a:r>
          </a:p>
        </p:txBody>
      </p:sp>
    </p:spTree>
    <p:extLst>
      <p:ext uri="{BB962C8B-B14F-4D97-AF65-F5344CB8AC3E}">
        <p14:creationId xmlns:p14="http://schemas.microsoft.com/office/powerpoint/2010/main" val="434948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AE3E2-EB36-4985-A887-93EA87B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ED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0EDFA"/>
                </a:solidFill>
                <a:latin typeface="PingFang SC"/>
                <a:ea typeface="PingFang SC"/>
                <a:cs typeface="PingFang SC"/>
              </a:rPr>
              <a:t>ICE-CAL /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51BF5-AA8D-4CEE-BE19-BF861527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不是重新训练机器人。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431F1-2ABF-4807-B3F5-7AE8C9CE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不是让 Context 接管策略。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5B595-A752-4628-9F0D-94D3B351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0EDF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D0EDFA"/>
                </a:solidFill>
                <a:latin typeface="PingFang SC"/>
                <a:ea typeface="PingFang SC"/>
                <a:cs typeface="PingFang SC"/>
              </a:rPr>
              <a:t>只修正如何把既定意图做出来。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95300" y="45148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3A3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DDD79-3752-43D1-AB66-4BFF9C3C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One target rollout  /  Zero optimizer steps  /  Execution layer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56D8C-5519-4762-8D7B-8216B835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FC3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FC3C7"/>
                </a:solidFill>
                <a:latin typeface="PingFang SC"/>
                <a:ea typeface="PingFang SC"/>
                <a:cs typeface="PingFang SC"/>
              </a:rPr>
              <a:t>候选贡献已清晰；新颖性与有效性仍需对照实验完成。</a:t>
            </a:r>
          </a:p>
        </p:txBody>
      </p:sp>
    </p:spTree>
    <p:extLst>
      <p:ext uri="{BB962C8B-B14F-4D97-AF65-F5344CB8AC3E}">
        <p14:creationId xmlns:p14="http://schemas.microsoft.com/office/powerpoint/2010/main" val="2059008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2026-08-16T09:06:16.5980000Z</dcterms:created>
  <dcterms:modified xsi:type="dcterms:W3CDTF">2026-08-16T09:06:16.5980000Z</dcterms:modified>
</coreProperties>
</file>